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Inter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xmlns="" Id="rId11" Type="http://schemas.openxmlformats.org/officeDocument/2006/relationships/font" Target="fonts/rId1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 app Habit tracker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Bruno Filo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 tracker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habit tracker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Express.js, PostgreSQL, CLI UI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Jednoduché a jasné UI</a:t>
            </a:r>
            <a:endParaRPr lang="en-US" sz="12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umí?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4572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registrace, přihlašování a správa návyků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4610100" y="2262188"/>
            <a:ext cx="3238500" cy="4572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610100" y="2262188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Přizpůsobitelné kategorie, připomínky a splnění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610100" y="3224213"/>
            <a:ext cx="3238500" cy="4572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610100" y="322421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Strukturované UI provází uživatele procesem</a:t>
            </a:r>
            <a:endParaRPr lang="en-US" sz="12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Čím se liší od ostatních?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Vysoká bezpečnost díky CLI UI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Spolehlivý a otestovaný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610100" y="3224213"/>
            <a:ext cx="3238500" cy="4572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610100" y="322421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Uživatel ho může spustit lokálně a připojit se na API</a:t>
            </a:r>
            <a:endParaRPr lang="en-US" sz="12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2026-06-14T19:17:34Z</dcterms:created>
  <dcterms:modified xsi:type="dcterms:W3CDTF">2026-06-14T19:17:34Z</dcterms:modified>
</cp:coreProperties>
</file>